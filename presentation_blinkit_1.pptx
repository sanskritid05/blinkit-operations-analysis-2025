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Canva Sans" panose="020B0604020202020204" charset="0"/>
      <p:regular r:id="rId5"/>
    </p:embeddedFont>
    <p:embeddedFont>
      <p:font typeface="Canva Sans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53221" y="322621"/>
            <a:ext cx="1412158" cy="1412158"/>
          </a:xfrm>
          <a:custGeom>
            <a:avLst/>
            <a:gdLst/>
            <a:ahLst/>
            <a:cxnLst/>
            <a:rect l="l" t="t" r="r" b="b"/>
            <a:pathLst>
              <a:path w="1412158" h="1412158">
                <a:moveTo>
                  <a:pt x="0" y="0"/>
                </a:moveTo>
                <a:lnTo>
                  <a:pt x="1412158" y="0"/>
                </a:lnTo>
                <a:lnTo>
                  <a:pt x="1412158" y="1412158"/>
                </a:lnTo>
                <a:lnTo>
                  <a:pt x="0" y="1412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095468" y="210184"/>
            <a:ext cx="11064677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Integrated Analytics Strategy for Blinkit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609600" y="1723318"/>
            <a:ext cx="5823446" cy="538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ctr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Challenge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1904" y="2491561"/>
            <a:ext cx="16230600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Frequent stockouts, inconsistent delivery performance, discount-driven margin drops, and rising customer dissatisfaction highlight the need for a unified analytics-driven approach.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693" y="4536369"/>
            <a:ext cx="5740500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ctr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Analytics Models Applied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1904" y="5355938"/>
            <a:ext cx="1828800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combination of forecasting, classification, and regression models—covering demand, stockouts, delivery time, and rating drivers—works together to address the full operational workflow.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371600" y="7148178"/>
            <a:ext cx="8715086" cy="538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ctr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Data Transformations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1904" y="8039807"/>
            <a:ext cx="18288000" cy="1580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Important engineered features like perishable identification, days-to-expiry,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discount-based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profit 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metrics, and encoded category/city fields strengthen model accuracy and real-world relevance.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53221" y="322621"/>
            <a:ext cx="1412158" cy="1412158"/>
          </a:xfrm>
          <a:custGeom>
            <a:avLst/>
            <a:gdLst/>
            <a:ahLst/>
            <a:cxnLst/>
            <a:rect l="l" t="t" r="r" b="b"/>
            <a:pathLst>
              <a:path w="1412158" h="1412158">
                <a:moveTo>
                  <a:pt x="0" y="0"/>
                </a:moveTo>
                <a:lnTo>
                  <a:pt x="1412158" y="0"/>
                </a:lnTo>
                <a:lnTo>
                  <a:pt x="1412158" y="1412158"/>
                </a:lnTo>
                <a:lnTo>
                  <a:pt x="0" y="1412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539116" y="236896"/>
            <a:ext cx="1601410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Findings &amp; Insights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685800" y="1255503"/>
            <a:ext cx="6994216" cy="538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ctr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Inventory &amp; Demand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5611" y="2025609"/>
            <a:ext cx="16230600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explains demand well (R² ~0.85), highlights that perishables carry higher stockout risk, and shows that the reorder threshold reliably signals upcoming shortages.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305756" y="3323961"/>
            <a:ext cx="6824512" cy="53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ctr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Discount &amp; Profitability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611" y="3909699"/>
            <a:ext cx="16230600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Different categories respond differently to discounts, and increasing discounts does not always boost demand proportionally; margins drop sharply once discounts cross a certain limit.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681487" y="5611137"/>
            <a:ext cx="7214620" cy="53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ctr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Delivery Performance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0470" y="6244768"/>
            <a:ext cx="1582137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Delivery times vary significantly by city, with product weight contributing moderately; however, achieving higher accuracy will require richer operational data.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196246" y="7533095"/>
            <a:ext cx="6244137" cy="53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ctr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Satisfaction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4591" y="8240922"/>
            <a:ext cx="1582137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Longer delivery times correlate with lower customer ratings, but rating prediction remains limited due to missing quality-related variables, making sentiment and complaint data essential for deeper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53221" y="322621"/>
            <a:ext cx="1412158" cy="1412158"/>
          </a:xfrm>
          <a:custGeom>
            <a:avLst/>
            <a:gdLst/>
            <a:ahLst/>
            <a:cxnLst/>
            <a:rect l="l" t="t" r="r" b="b"/>
            <a:pathLst>
              <a:path w="1412158" h="1412158">
                <a:moveTo>
                  <a:pt x="0" y="0"/>
                </a:moveTo>
                <a:lnTo>
                  <a:pt x="1412158" y="0"/>
                </a:lnTo>
                <a:lnTo>
                  <a:pt x="1412158" y="1412158"/>
                </a:lnTo>
                <a:lnTo>
                  <a:pt x="0" y="1412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440858" y="126466"/>
            <a:ext cx="14818442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Feasibility, Scalability &amp; Future Roadmap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609600" y="1374295"/>
            <a:ext cx="6519822" cy="538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ctr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Operational Feasibility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553" y="2056539"/>
            <a:ext cx="1703438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Python-based solution works entirely on provided data and integrates easily with existing dashboards, allowing operations teams to use the insights immediately without extra tools.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4800" y="3809127"/>
            <a:ext cx="27817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3681" indent="-345440" algn="ctr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6806" y="4497329"/>
            <a:ext cx="1806677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can be deployed across any number of cities or stores and can automate daily forecasting and replenishment, with the flexibility to grow into a pricing and promotions engine.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421257" y="5871940"/>
            <a:ext cx="8153400" cy="53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ctr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Analytical Enhancements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9553" y="6557985"/>
            <a:ext cx="1806677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Advanced models like Prophet/LSTM, geo-based optimization, NLP on customer feedback, and multi-metric optimization can further improve accuracy and decision-making.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421257" y="7934753"/>
            <a:ext cx="6614227" cy="538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ctr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Expected Business Value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6806" y="8802508"/>
            <a:ext cx="1806677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helps reduce stockouts and wastage, enables smarter discounts, and improves customer retention through better inventory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339</Words>
  <Application>Microsoft Office PowerPoint</Application>
  <PresentationFormat>Custom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Canva Sans</vt:lpstr>
      <vt:lpstr>Canva Sans Bold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Feasibility The Python-based solution works entirely on provided data and integrates easily with existing dashboards, allowing operations teams to use the insights immediately without extra tools.</dc:title>
  <dc:creator>vaishnavi tyagi</dc:creator>
  <cp:lastModifiedBy>Sanskriti Dutta</cp:lastModifiedBy>
  <cp:revision>3</cp:revision>
  <dcterms:created xsi:type="dcterms:W3CDTF">2006-08-16T00:00:00Z</dcterms:created>
  <dcterms:modified xsi:type="dcterms:W3CDTF">2025-12-09T17:57:42Z</dcterms:modified>
  <dc:identifier>DAG7BxPx-dA</dc:identifier>
</cp:coreProperties>
</file>